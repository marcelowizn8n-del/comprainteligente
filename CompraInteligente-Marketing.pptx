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5B4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1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Inteligente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Compras Corporativas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cotações, analise fornecedores e negocie melhor.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comprainteligente.tech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 compras corporativas ainda são lentos, manuais e sujeitos a erros.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" cy="685800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empresas ainda fazem cotações por e-mail e planilha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68880"/>
            <a:ext cx="54864" cy="685800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68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77440" y="24688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gastas por cotação — entre pesquisa, contato e comparação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91840"/>
            <a:ext cx="54864" cy="685800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77440" y="32918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economia perdida por falta de negociação estruturada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14800"/>
            <a:ext cx="54864" cy="685800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377440" y="41148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de compradores gasto em tarefas repetitivas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com IA que transforma o processo de compras.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2926080"/>
          </a:xfrm>
          <a:prstGeom prst="rect">
            <a:avLst/>
          </a:prstGeom>
          <a:solidFill>
            <a:srgbClr val="1E1D2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7863840" cy="54864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965960"/>
            <a:ext cx="457200" cy="45720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0756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com especialista virtual em procurement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97280" y="2606040"/>
            <a:ext cx="457200" cy="45720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7157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RFQ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2880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Cotações profissionais em segundos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097280" y="3246120"/>
            <a:ext cx="457200" cy="45720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3558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Cotações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automático com recomendação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097280" y="3886200"/>
            <a:ext cx="457200" cy="45720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99592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com BATNA e script de abordagem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ferramentas com IA para cada etapa do processo de compras.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dúvidas sobre sourcing, contratos, compliance, TCO e estratégia de compras com um especialista virtual.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783080"/>
            <a:ext cx="502920" cy="50292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8928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RFQ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Requisições de Cotação profissionais em segundos, prontas para enviar aos fornecedores.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429000"/>
            <a:ext cx="502920" cy="50292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5387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Cotações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propostas automaticamente com análise de TCO e recomendação fundamentada.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0" y="3429000"/>
            <a:ext cx="502920" cy="50292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53872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à Negociação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2920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completa com BATNA, argumentos, concessões e script de abordagem.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passos para transformar seu processo de compras.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274320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965960"/>
            <a:ext cx="822960" cy="82296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conta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rápido e sem burocracia. Comece a usar em minutos.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645920"/>
            <a:ext cx="2560320" cy="274320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965960"/>
            <a:ext cx="822960" cy="82296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48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sua necessidade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o que precisa comprar e a IA gera tudo automaticamente.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645920"/>
            <a:ext cx="2560320" cy="274320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965960"/>
            <a:ext cx="822960" cy="822960"/>
          </a:xfrm>
          <a:prstGeom prst="ellipse">
            <a:avLst/>
          </a:prstGeom>
          <a:solidFill>
            <a:srgbClr val="5B4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1488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 decisões melhores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9224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recomendações da IA para negociar e economizar.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Benefícios e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se paga no primeiro mês.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5-15%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46888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custos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compras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916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8368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tempo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compradores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46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RFQs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2461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B4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32461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Negociações 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fundamentada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e Preço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49040" cy="3474720"/>
          </a:xfrm>
          <a:prstGeom prst="rect">
            <a:avLst/>
          </a:prstGeom>
          <a:solidFill>
            <a:srgbClr val="16151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749040" cy="54864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CORPORATIVO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9AA3"/>
                </a:solidFill>
              </a:rPr>
              <a:t>R$ </a:t>
            </a:r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</a:t>
            </a:r>
            <a:pPr indent="0" marL="0">
              <a:buNone/>
            </a:pPr>
            <a:r>
              <a:rPr lang="en-US" sz="1400" dirty="0">
                <a:solidFill>
                  <a:srgbClr val="9B9AA3"/>
                </a:solidFill>
              </a:rPr>
              <a:t> /mês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 de teste grátis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solidFill>
            <a:srgbClr val="F5F4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6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9659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4068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 ilimitado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1343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267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automática de RFQ</a:t>
            </a:r>
            <a:endParaRPr lang="en-US" sz="12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60904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615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 de cotações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00837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962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negociação com BATNA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35584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44068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conversas salvo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7033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40680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web — sem instalação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05079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4068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e-mail e WhatsApp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B4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731520"/>
            <a:ext cx="1371600" cy="1371600"/>
          </a:xfrm>
          <a:prstGeom prst="ellipse">
            <a:avLst/>
          </a:prstGeom>
          <a:solidFill>
            <a:srgbClr val="5B4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15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comprar melhor?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a usar a IA a favor do seu departamento de compras.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3657600"/>
            <a:ext cx="3108960" cy="548640"/>
          </a:xfrm>
          <a:prstGeom prst="rect">
            <a:avLst/>
          </a:prstGeom>
          <a:solidFill>
            <a:srgbClr val="5B4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1752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grátis por 7 dias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comprainteligente.tech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contato@comprainteligente.tech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Compra Inteligente — IA para Compras Corporativas</dc:title>
  <dc:subject>PptxGenJS Presentation</dc:subject>
  <dc:creator>Compra Inteligente</dc:creator>
  <cp:lastModifiedBy>Compra Inteligente</cp:lastModifiedBy>
  <cp:revision>1</cp:revision>
  <dcterms:created xsi:type="dcterms:W3CDTF">2026-04-13T19:06:53Z</dcterms:created>
  <dcterms:modified xsi:type="dcterms:W3CDTF">2026-04-13T19:06:53Z</dcterms:modified>
</cp:coreProperties>
</file>